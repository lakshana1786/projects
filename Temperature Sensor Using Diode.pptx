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5AB4F-1D33-3F49-716D-5E6BAEBDF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E4D9EF-6AF3-60B4-40CC-42965DA47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215AC-B59D-1CF6-7D01-66E9456B4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D4A67-ED96-4D19-8AB4-A161C604A33D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06197-961B-0B59-F8FF-A5A4BCEB2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FC970-BCED-9F00-CD04-7E79A8337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8AAB-20A0-44FF-B286-91B02666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617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FD70A-C3B3-79F4-F5BB-B14CD01A4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FD131-01BD-D3DF-B993-5BD3E70C9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E4794-203E-673E-75B2-50A1C28F5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D4A67-ED96-4D19-8AB4-A161C604A33D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37868-CAB9-14D0-4002-429C2947D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6DF80-F2F5-A4C0-F3F1-F8A0B372B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8AAB-20A0-44FF-B286-91B02666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728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CC86-016B-CB6D-E4D6-9DC3414F6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8FF90-DAD9-CB06-B7E4-FE3B7745F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18FC2-75AB-7768-C138-D7170A083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D4A67-ED96-4D19-8AB4-A161C604A33D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51303-BE18-A603-F739-CD4CF4EF7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A63CD-5D24-13AF-B609-20CB5783D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8AAB-20A0-44FF-B286-91B02666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689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01FE7-AD2E-7F07-F907-804098A56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D9A55-39BE-BCBD-FCBC-E1D128B0DA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02B156-060D-25C5-3AEE-7278D65B6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1E094-9FE1-5D38-1545-8CB1E4F55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D4A67-ED96-4D19-8AB4-A161C604A33D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6D193-3602-F584-99E0-75BBF9552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8F629-DDB8-69B8-1673-E8CDABF15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8AAB-20A0-44FF-B286-91B02666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4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7F6F3-E19E-6394-B4F5-53CBEBF70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F9FAA-8AAE-7AF9-B9DD-39A6F3DE0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64A74-026B-4BFD-B055-BD662AF122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2B2C35-0A44-1E41-6B11-7A3064CCF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7F0E78-DACE-47D6-A888-07816E1121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5BA1AD-1948-2EF9-9980-0EBBF026A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D4A67-ED96-4D19-8AB4-A161C604A33D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CCB9A2-9FE6-AC77-7764-719540AA1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E0909-DF7C-9AD2-2A25-9E6D8D6DD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8AAB-20A0-44FF-B286-91B02666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436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39686-7EBA-2655-7451-A42775034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B73867-33FA-7AC5-D56D-78BFC9213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D4A67-ED96-4D19-8AB4-A161C604A33D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CB4FE-B731-6652-20DB-C54FBD053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1FE9E-9589-FD71-0E3A-D42537AC6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8AAB-20A0-44FF-B286-91B02666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696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B9617B-9A33-AB76-7FAB-381EBC1C7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D4A67-ED96-4D19-8AB4-A161C604A33D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28716C-FDDD-A01B-3324-B86D8FF88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E9852-5405-429F-93FF-A5C3923BF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8AAB-20A0-44FF-B286-91B02666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687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50EAC-8EA2-1774-E1E7-848D52B5A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A54DD-A193-CABE-4B4D-1442412BB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4A5E2E-8A63-1C41-E5DA-F3AC5EFC3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3D401-E73E-5392-3BCD-C66AD4BE5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D4A67-ED96-4D19-8AB4-A161C604A33D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AE619-C8EE-A1F7-0FC4-81CF5E047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33E80-1A63-BF4E-8CFB-E887F3F7C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8AAB-20A0-44FF-B286-91B02666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183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12A80-9C10-D865-FD6F-AB857A374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BC502E-C1A7-5AE9-86FB-ADD27FF63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256B9-E609-0C04-6EF0-3C56678D0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16BE8-4729-675A-E359-802CEC1A0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D4A67-ED96-4D19-8AB4-A161C604A33D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707D0-F19D-84BD-5750-6A4C2B2F5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A5D54-0D18-9489-5429-61E25AF9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8AAB-20A0-44FF-B286-91B02666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651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CD956-B799-3290-1DD5-D56169FC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8C4B67-ADFE-0ABE-A093-CA7E40273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7EB7B-D289-ED70-305C-2274B8D0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D4A67-ED96-4D19-8AB4-A161C604A33D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82DB0-BB91-CE41-CA78-2C8A6B245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9A839-4156-CCF6-B292-7963342A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8AAB-20A0-44FF-B286-91B02666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036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24295-13B4-6677-55B9-07F61307DB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73CD0-5AE8-34F1-1F5D-0B7892D566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36BCF-6B99-2E07-3E32-4A30EB948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D4A67-ED96-4D19-8AB4-A161C604A33D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F41A1-6739-F9FE-EC0E-074C4228C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04339-7EF0-8601-D5D6-A3D4E3466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F8AAB-20A0-44FF-B286-91B02666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228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1EED91-3340-EC91-B920-756A834E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07DD4-6332-0153-6488-148831D35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F25D4-CCA3-1E93-C805-D4FE4CE845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D4A67-ED96-4D19-8AB4-A161C604A33D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3791F-46BA-4310-7E3A-859D9C4DB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22137-E34E-3E03-014F-D8E6D63D09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F8AAB-20A0-44FF-B286-91B02666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08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E7AD9-7906-FA02-9AC1-3E8BA4CCF3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056286-D0AA-8ADD-E654-CE7DB67A93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342B25-EEB3-2299-11BD-BED116B2C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21" y="0"/>
            <a:ext cx="12330043" cy="689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16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32431-8471-A3B6-0F9F-CA1AC955B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9CCEF5-8F71-A3F4-107E-8EAA2332E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06701"/>
          </a:xfrm>
        </p:spPr>
      </p:pic>
    </p:spTree>
    <p:extLst>
      <p:ext uri="{BB962C8B-B14F-4D97-AF65-F5344CB8AC3E}">
        <p14:creationId xmlns:p14="http://schemas.microsoft.com/office/powerpoint/2010/main" val="176635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B067E-AE6F-F622-6BE5-1D3F06E92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0B50C-C65C-C397-3F1A-9A5AD2A46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9A347D-28B1-C8F0-A098-F268B5975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81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BECA2-A452-9198-D902-6534F748E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4BEC02-B3D3-FEBF-E9FB-76217FDB36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88490"/>
            <a:ext cx="12192000" cy="7051291"/>
          </a:xfrm>
        </p:spPr>
      </p:pic>
    </p:spTree>
    <p:extLst>
      <p:ext uri="{BB962C8B-B14F-4D97-AF65-F5344CB8AC3E}">
        <p14:creationId xmlns:p14="http://schemas.microsoft.com/office/powerpoint/2010/main" val="3560636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D734DA-2FA1-F656-E4F6-857185A9D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7483"/>
            <a:ext cx="12192000" cy="700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604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99417F-AA18-8FF4-6C88-31ACA87EF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003" y="0"/>
            <a:ext cx="123920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8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56C1B-786B-2678-3FE6-0BAD6B86B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3B96B7-0BC4-17E7-F383-5714B4E67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364" y="0"/>
            <a:ext cx="13281748" cy="750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506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36403E-4B0D-95C9-FDB9-762EFDA3C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28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62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7CF14A-0619-DDFD-0B2C-717A7F589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30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7DE22F-F2C1-76E2-1639-337113225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469627" cy="69415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F78713-308E-580E-D79A-B8D42F678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284" y="0"/>
            <a:ext cx="56437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686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8FFD07-00CC-5D9C-1F76-D09114B1E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8657"/>
            <a:ext cx="12192000" cy="693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602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Tanu Shree</dc:creator>
  <cp:lastModifiedBy>Tanu Shree</cp:lastModifiedBy>
  <cp:revision>1</cp:revision>
  <dcterms:created xsi:type="dcterms:W3CDTF">2024-11-18T10:46:16Z</dcterms:created>
  <dcterms:modified xsi:type="dcterms:W3CDTF">2024-11-18T10:46:28Z</dcterms:modified>
</cp:coreProperties>
</file>